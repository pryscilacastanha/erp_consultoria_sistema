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933" r:id="rId2"/>
    <p:sldId id="873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nald Dennis" initials="R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DA8"/>
    <a:srgbClr val="FF0066"/>
    <a:srgbClr val="FF6600"/>
    <a:srgbClr val="FF9933"/>
    <a:srgbClr val="FF66CC"/>
    <a:srgbClr val="FF3399"/>
    <a:srgbClr val="FFA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2907" autoAdjust="0"/>
  </p:normalViewPr>
  <p:slideViewPr>
    <p:cSldViewPr snapToGrid="0">
      <p:cViewPr varScale="1">
        <p:scale>
          <a:sx n="58" d="100"/>
          <a:sy n="58" d="100"/>
        </p:scale>
        <p:origin x="80" y="132"/>
      </p:cViewPr>
      <p:guideLst>
        <p:guide orient="horz" pos="2092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A7734-6B80-41A0-8BB2-026A1579EF59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929DE-B0D0-4C0E-8AAD-71A91E783193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B3C7B-E3BA-4D51-9BBC-D0E931D2F206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664DA-AFFB-4E2C-A8FE-98B3FE27C816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 descr="Resultado de imagem para wallpaper empreendedorismo"/>
          <p:cNvPicPr>
            <a:picLocks noChangeAspect="1" noChangeArrowheads="1"/>
          </p:cNvPicPr>
          <p:nvPr/>
        </p:nvPicPr>
        <p:blipFill>
          <a:blip r:embed="rId3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" y="0"/>
            <a:ext cx="12228830" cy="684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4" name="Text Box 22"/>
          <p:cNvSpPr txBox="1">
            <a:spLocks noChangeArrowheads="1"/>
          </p:cNvSpPr>
          <p:nvPr/>
        </p:nvSpPr>
        <p:spPr bwMode="auto">
          <a:xfrm>
            <a:off x="7239489" y="2714410"/>
            <a:ext cx="1502400" cy="50673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*DOMÍNIO DE TÉCNICAS E FERRAMENTAS</a:t>
            </a:r>
          </a:p>
        </p:txBody>
      </p:sp>
      <p:sp>
        <p:nvSpPr>
          <p:cNvPr id="735" name="Text Box 23"/>
          <p:cNvSpPr txBox="1">
            <a:spLocks noChangeArrowheads="1"/>
          </p:cNvSpPr>
          <p:nvPr/>
        </p:nvSpPr>
        <p:spPr bwMode="auto">
          <a:xfrm>
            <a:off x="7151123" y="3912131"/>
            <a:ext cx="1690122" cy="36830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*CONSTRUÇÃO DE RELACIONAMENTO</a:t>
            </a:r>
          </a:p>
        </p:txBody>
      </p:sp>
      <p:sp>
        <p:nvSpPr>
          <p:cNvPr id="736" name="Text Box 24"/>
          <p:cNvSpPr txBox="1">
            <a:spLocks noChangeArrowheads="1"/>
          </p:cNvSpPr>
          <p:nvPr/>
        </p:nvSpPr>
        <p:spPr bwMode="auto">
          <a:xfrm>
            <a:off x="6590389" y="4844651"/>
            <a:ext cx="1440180" cy="22987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*ESTÍMULO A AÇÃO</a:t>
            </a:r>
          </a:p>
        </p:txBody>
      </p:sp>
      <p:sp>
        <p:nvSpPr>
          <p:cNvPr id="737" name="Text Box 25"/>
          <p:cNvSpPr txBox="1">
            <a:spLocks noChangeArrowheads="1"/>
          </p:cNvSpPr>
          <p:nvPr/>
        </p:nvSpPr>
        <p:spPr bwMode="auto">
          <a:xfrm rot="781746">
            <a:off x="5806373" y="5676190"/>
            <a:ext cx="2227580" cy="22987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*COMPREENDENDO A SI MESMO</a:t>
            </a:r>
          </a:p>
        </p:txBody>
      </p:sp>
      <p:sp>
        <p:nvSpPr>
          <p:cNvPr id="738" name="Text Box 26"/>
          <p:cNvSpPr txBox="1">
            <a:spLocks noChangeArrowheads="1"/>
          </p:cNvSpPr>
          <p:nvPr/>
        </p:nvSpPr>
        <p:spPr bwMode="auto">
          <a:xfrm rot="20354322">
            <a:off x="2937510" y="5764309"/>
            <a:ext cx="1964690" cy="36830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*COMPROMISSO COM O AUTODESENVOLVIMENTO</a:t>
            </a:r>
          </a:p>
        </p:txBody>
      </p:sp>
      <p:sp>
        <p:nvSpPr>
          <p:cNvPr id="739" name="Text Box 27"/>
          <p:cNvSpPr txBox="1">
            <a:spLocks noChangeArrowheads="1"/>
          </p:cNvSpPr>
          <p:nvPr/>
        </p:nvSpPr>
        <p:spPr bwMode="auto">
          <a:xfrm>
            <a:off x="2414983" y="4775436"/>
            <a:ext cx="1403835" cy="36830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CONHECIMENTO TÁCITO</a:t>
            </a:r>
          </a:p>
        </p:txBody>
      </p:sp>
      <p:sp>
        <p:nvSpPr>
          <p:cNvPr id="740" name="Text Box 28"/>
          <p:cNvSpPr txBox="1">
            <a:spLocks noChangeArrowheads="1"/>
          </p:cNvSpPr>
          <p:nvPr/>
        </p:nvSpPr>
        <p:spPr bwMode="auto">
          <a:xfrm>
            <a:off x="1601823" y="3912131"/>
            <a:ext cx="1783384" cy="36830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*GERENCIAMENTO DE CONTRATO</a:t>
            </a:r>
          </a:p>
        </p:txBody>
      </p:sp>
      <p:sp>
        <p:nvSpPr>
          <p:cNvPr id="741" name="Text Box 30"/>
          <p:cNvSpPr txBox="1">
            <a:spLocks noChangeArrowheads="1"/>
          </p:cNvSpPr>
          <p:nvPr/>
        </p:nvSpPr>
        <p:spPr bwMode="auto">
          <a:xfrm rot="307358">
            <a:off x="1753087" y="1599950"/>
            <a:ext cx="2160487" cy="36830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*INCENTIVAR IDEIAS E APRENDIZADOS</a:t>
            </a:r>
          </a:p>
        </p:txBody>
      </p:sp>
      <p:sp>
        <p:nvSpPr>
          <p:cNvPr id="743" name="Text Box 20"/>
          <p:cNvSpPr txBox="1">
            <a:spLocks noChangeArrowheads="1"/>
          </p:cNvSpPr>
          <p:nvPr/>
        </p:nvSpPr>
        <p:spPr bwMode="auto">
          <a:xfrm rot="19663992">
            <a:off x="4271645" y="709930"/>
            <a:ext cx="2406650" cy="368300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FAZER PERGUNTAS PODEROSAS 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E TRANSFORMADORAS</a:t>
            </a:r>
          </a:p>
        </p:txBody>
      </p:sp>
      <p:sp>
        <p:nvSpPr>
          <p:cNvPr id="744" name="Text Box 29"/>
          <p:cNvSpPr txBox="1">
            <a:spLocks noChangeArrowheads="1"/>
          </p:cNvSpPr>
          <p:nvPr/>
        </p:nvSpPr>
        <p:spPr bwMode="auto">
          <a:xfrm>
            <a:off x="2041190" y="2783625"/>
            <a:ext cx="1211580" cy="368300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COMPREENSÃO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EMPÁTICA</a:t>
            </a:r>
          </a:p>
        </p:txBody>
      </p:sp>
      <p:grpSp>
        <p:nvGrpSpPr>
          <p:cNvPr id="747" name="Group 35"/>
          <p:cNvGrpSpPr/>
          <p:nvPr/>
        </p:nvGrpSpPr>
        <p:grpSpPr bwMode="auto">
          <a:xfrm>
            <a:off x="3294588" y="1550762"/>
            <a:ext cx="3968232" cy="3972873"/>
            <a:chOff x="1872" y="1304"/>
            <a:chExt cx="2658" cy="2476"/>
          </a:xfrm>
          <a:scene3d>
            <a:camera prst="orthographicFront"/>
            <a:lightRig rig="freezing" dir="t"/>
          </a:scene3d>
        </p:grpSpPr>
        <p:sp>
          <p:nvSpPr>
            <p:cNvPr id="748" name="Freeform 19"/>
            <p:cNvSpPr/>
            <p:nvPr/>
          </p:nvSpPr>
          <p:spPr bwMode="auto">
            <a:xfrm>
              <a:off x="1899" y="1304"/>
              <a:ext cx="2631" cy="2476"/>
            </a:xfrm>
            <a:custGeom>
              <a:avLst/>
              <a:gdLst>
                <a:gd name="T0" fmla="*/ 0 w 2631"/>
                <a:gd name="T1" fmla="*/ 1225 h 2476"/>
                <a:gd name="T2" fmla="*/ 153 w 2631"/>
                <a:gd name="T3" fmla="*/ 622 h 2476"/>
                <a:gd name="T4" fmla="*/ 635 w 2631"/>
                <a:gd name="T5" fmla="*/ 182 h 2476"/>
                <a:gd name="T6" fmla="*/ 1316 w 2631"/>
                <a:gd name="T7" fmla="*/ 0 h 2476"/>
                <a:gd name="T8" fmla="*/ 1965 w 2631"/>
                <a:gd name="T9" fmla="*/ 178 h 2476"/>
                <a:gd name="T10" fmla="*/ 2457 w 2631"/>
                <a:gd name="T11" fmla="*/ 622 h 2476"/>
                <a:gd name="T12" fmla="*/ 2631 w 2631"/>
                <a:gd name="T13" fmla="*/ 1225 h 2476"/>
                <a:gd name="T14" fmla="*/ 2450 w 2631"/>
                <a:gd name="T15" fmla="*/ 1860 h 2476"/>
                <a:gd name="T16" fmla="*/ 1971 w 2631"/>
                <a:gd name="T17" fmla="*/ 2326 h 2476"/>
                <a:gd name="T18" fmla="*/ 1299 w 2631"/>
                <a:gd name="T19" fmla="*/ 2476 h 2476"/>
                <a:gd name="T20" fmla="*/ 645 w 2631"/>
                <a:gd name="T21" fmla="*/ 2308 h 2476"/>
                <a:gd name="T22" fmla="*/ 182 w 2631"/>
                <a:gd name="T23" fmla="*/ 1860 h 2476"/>
                <a:gd name="T24" fmla="*/ 0 w 2631"/>
                <a:gd name="T25" fmla="*/ 1225 h 24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631"/>
                <a:gd name="T40" fmla="*/ 0 h 2476"/>
                <a:gd name="T41" fmla="*/ 2631 w 2631"/>
                <a:gd name="T42" fmla="*/ 2476 h 247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631" h="2476">
                  <a:moveTo>
                    <a:pt x="0" y="1225"/>
                  </a:moveTo>
                  <a:lnTo>
                    <a:pt x="153" y="622"/>
                  </a:lnTo>
                  <a:lnTo>
                    <a:pt x="635" y="182"/>
                  </a:lnTo>
                  <a:lnTo>
                    <a:pt x="1316" y="0"/>
                  </a:lnTo>
                  <a:lnTo>
                    <a:pt x="1965" y="178"/>
                  </a:lnTo>
                  <a:lnTo>
                    <a:pt x="2457" y="622"/>
                  </a:lnTo>
                  <a:lnTo>
                    <a:pt x="2631" y="1225"/>
                  </a:lnTo>
                  <a:lnTo>
                    <a:pt x="2450" y="1860"/>
                  </a:lnTo>
                  <a:lnTo>
                    <a:pt x="1971" y="2326"/>
                  </a:lnTo>
                  <a:lnTo>
                    <a:pt x="1299" y="2476"/>
                  </a:lnTo>
                  <a:lnTo>
                    <a:pt x="645" y="2308"/>
                  </a:lnTo>
                  <a:lnTo>
                    <a:pt x="182" y="1860"/>
                  </a:lnTo>
                  <a:lnTo>
                    <a:pt x="0" y="1225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49" name="Freeform 20"/>
            <p:cNvSpPr/>
            <p:nvPr/>
          </p:nvSpPr>
          <p:spPr bwMode="auto">
            <a:xfrm>
              <a:off x="2223" y="1616"/>
              <a:ext cx="1989" cy="1859"/>
            </a:xfrm>
            <a:custGeom>
              <a:avLst/>
              <a:gdLst>
                <a:gd name="T0" fmla="*/ 0 w 2631"/>
                <a:gd name="T1" fmla="*/ 920 h 2476"/>
                <a:gd name="T2" fmla="*/ 116 w 2631"/>
                <a:gd name="T3" fmla="*/ 467 h 2476"/>
                <a:gd name="T4" fmla="*/ 480 w 2631"/>
                <a:gd name="T5" fmla="*/ 137 h 2476"/>
                <a:gd name="T6" fmla="*/ 995 w 2631"/>
                <a:gd name="T7" fmla="*/ 0 h 2476"/>
                <a:gd name="T8" fmla="*/ 1486 w 2631"/>
                <a:gd name="T9" fmla="*/ 134 h 2476"/>
                <a:gd name="T10" fmla="*/ 1857 w 2631"/>
                <a:gd name="T11" fmla="*/ 467 h 2476"/>
                <a:gd name="T12" fmla="*/ 1989 w 2631"/>
                <a:gd name="T13" fmla="*/ 920 h 2476"/>
                <a:gd name="T14" fmla="*/ 1852 w 2631"/>
                <a:gd name="T15" fmla="*/ 1397 h 2476"/>
                <a:gd name="T16" fmla="*/ 1490 w 2631"/>
                <a:gd name="T17" fmla="*/ 1746 h 2476"/>
                <a:gd name="T18" fmla="*/ 982 w 2631"/>
                <a:gd name="T19" fmla="*/ 1859 h 2476"/>
                <a:gd name="T20" fmla="*/ 488 w 2631"/>
                <a:gd name="T21" fmla="*/ 1733 h 2476"/>
                <a:gd name="T22" fmla="*/ 138 w 2631"/>
                <a:gd name="T23" fmla="*/ 1397 h 2476"/>
                <a:gd name="T24" fmla="*/ 0 w 2631"/>
                <a:gd name="T25" fmla="*/ 920 h 24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631"/>
                <a:gd name="T40" fmla="*/ 0 h 2476"/>
                <a:gd name="T41" fmla="*/ 2631 w 2631"/>
                <a:gd name="T42" fmla="*/ 2476 h 247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631" h="2476">
                  <a:moveTo>
                    <a:pt x="0" y="1225"/>
                  </a:moveTo>
                  <a:lnTo>
                    <a:pt x="153" y="622"/>
                  </a:lnTo>
                  <a:lnTo>
                    <a:pt x="635" y="182"/>
                  </a:lnTo>
                  <a:lnTo>
                    <a:pt x="1316" y="0"/>
                  </a:lnTo>
                  <a:lnTo>
                    <a:pt x="1965" y="178"/>
                  </a:lnTo>
                  <a:lnTo>
                    <a:pt x="2457" y="622"/>
                  </a:lnTo>
                  <a:lnTo>
                    <a:pt x="2631" y="1225"/>
                  </a:lnTo>
                  <a:lnTo>
                    <a:pt x="2450" y="1860"/>
                  </a:lnTo>
                  <a:lnTo>
                    <a:pt x="1971" y="2326"/>
                  </a:lnTo>
                  <a:lnTo>
                    <a:pt x="1299" y="2476"/>
                  </a:lnTo>
                  <a:lnTo>
                    <a:pt x="645" y="2308"/>
                  </a:lnTo>
                  <a:lnTo>
                    <a:pt x="182" y="1860"/>
                  </a:lnTo>
                  <a:lnTo>
                    <a:pt x="0" y="1225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0" name="Freeform 21"/>
            <p:cNvSpPr/>
            <p:nvPr/>
          </p:nvSpPr>
          <p:spPr bwMode="auto">
            <a:xfrm>
              <a:off x="2558" y="1933"/>
              <a:ext cx="1316" cy="1225"/>
            </a:xfrm>
            <a:custGeom>
              <a:avLst/>
              <a:gdLst>
                <a:gd name="T0" fmla="*/ 0 w 2631"/>
                <a:gd name="T1" fmla="*/ 606 h 2476"/>
                <a:gd name="T2" fmla="*/ 77 w 2631"/>
                <a:gd name="T3" fmla="*/ 308 h 2476"/>
                <a:gd name="T4" fmla="*/ 318 w 2631"/>
                <a:gd name="T5" fmla="*/ 90 h 2476"/>
                <a:gd name="T6" fmla="*/ 658 w 2631"/>
                <a:gd name="T7" fmla="*/ 0 h 2476"/>
                <a:gd name="T8" fmla="*/ 983 w 2631"/>
                <a:gd name="T9" fmla="*/ 88 h 2476"/>
                <a:gd name="T10" fmla="*/ 1229 w 2631"/>
                <a:gd name="T11" fmla="*/ 308 h 2476"/>
                <a:gd name="T12" fmla="*/ 1316 w 2631"/>
                <a:gd name="T13" fmla="*/ 606 h 2476"/>
                <a:gd name="T14" fmla="*/ 1225 w 2631"/>
                <a:gd name="T15" fmla="*/ 920 h 2476"/>
                <a:gd name="T16" fmla="*/ 986 w 2631"/>
                <a:gd name="T17" fmla="*/ 1151 h 2476"/>
                <a:gd name="T18" fmla="*/ 650 w 2631"/>
                <a:gd name="T19" fmla="*/ 1225 h 2476"/>
                <a:gd name="T20" fmla="*/ 323 w 2631"/>
                <a:gd name="T21" fmla="*/ 1142 h 2476"/>
                <a:gd name="T22" fmla="*/ 91 w 2631"/>
                <a:gd name="T23" fmla="*/ 920 h 2476"/>
                <a:gd name="T24" fmla="*/ 0 w 2631"/>
                <a:gd name="T25" fmla="*/ 606 h 24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631"/>
                <a:gd name="T40" fmla="*/ 0 h 2476"/>
                <a:gd name="T41" fmla="*/ 2631 w 2631"/>
                <a:gd name="T42" fmla="*/ 2476 h 247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631" h="2476">
                  <a:moveTo>
                    <a:pt x="0" y="1225"/>
                  </a:moveTo>
                  <a:lnTo>
                    <a:pt x="153" y="622"/>
                  </a:lnTo>
                  <a:lnTo>
                    <a:pt x="635" y="182"/>
                  </a:lnTo>
                  <a:lnTo>
                    <a:pt x="1316" y="0"/>
                  </a:lnTo>
                  <a:lnTo>
                    <a:pt x="1965" y="178"/>
                  </a:lnTo>
                  <a:lnTo>
                    <a:pt x="2457" y="622"/>
                  </a:lnTo>
                  <a:lnTo>
                    <a:pt x="2631" y="1225"/>
                  </a:lnTo>
                  <a:lnTo>
                    <a:pt x="2450" y="1860"/>
                  </a:lnTo>
                  <a:lnTo>
                    <a:pt x="1971" y="2326"/>
                  </a:lnTo>
                  <a:lnTo>
                    <a:pt x="1299" y="2476"/>
                  </a:lnTo>
                  <a:lnTo>
                    <a:pt x="645" y="2308"/>
                  </a:lnTo>
                  <a:lnTo>
                    <a:pt x="182" y="1860"/>
                  </a:lnTo>
                  <a:lnTo>
                    <a:pt x="0" y="1225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1" name="Freeform 22"/>
            <p:cNvSpPr/>
            <p:nvPr/>
          </p:nvSpPr>
          <p:spPr bwMode="auto">
            <a:xfrm>
              <a:off x="2876" y="2239"/>
              <a:ext cx="681" cy="611"/>
            </a:xfrm>
            <a:custGeom>
              <a:avLst/>
              <a:gdLst>
                <a:gd name="T0" fmla="*/ 0 w 2631"/>
                <a:gd name="T1" fmla="*/ 302 h 2476"/>
                <a:gd name="T2" fmla="*/ 40 w 2631"/>
                <a:gd name="T3" fmla="*/ 153 h 2476"/>
                <a:gd name="T4" fmla="*/ 164 w 2631"/>
                <a:gd name="T5" fmla="*/ 45 h 2476"/>
                <a:gd name="T6" fmla="*/ 341 w 2631"/>
                <a:gd name="T7" fmla="*/ 0 h 2476"/>
                <a:gd name="T8" fmla="*/ 509 w 2631"/>
                <a:gd name="T9" fmla="*/ 44 h 2476"/>
                <a:gd name="T10" fmla="*/ 636 w 2631"/>
                <a:gd name="T11" fmla="*/ 153 h 2476"/>
                <a:gd name="T12" fmla="*/ 681 w 2631"/>
                <a:gd name="T13" fmla="*/ 302 h 2476"/>
                <a:gd name="T14" fmla="*/ 634 w 2631"/>
                <a:gd name="T15" fmla="*/ 459 h 2476"/>
                <a:gd name="T16" fmla="*/ 510 w 2631"/>
                <a:gd name="T17" fmla="*/ 574 h 2476"/>
                <a:gd name="T18" fmla="*/ 336 w 2631"/>
                <a:gd name="T19" fmla="*/ 611 h 2476"/>
                <a:gd name="T20" fmla="*/ 167 w 2631"/>
                <a:gd name="T21" fmla="*/ 570 h 2476"/>
                <a:gd name="T22" fmla="*/ 47 w 2631"/>
                <a:gd name="T23" fmla="*/ 459 h 2476"/>
                <a:gd name="T24" fmla="*/ 0 w 2631"/>
                <a:gd name="T25" fmla="*/ 302 h 24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631"/>
                <a:gd name="T40" fmla="*/ 0 h 2476"/>
                <a:gd name="T41" fmla="*/ 2631 w 2631"/>
                <a:gd name="T42" fmla="*/ 2476 h 247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631" h="2476">
                  <a:moveTo>
                    <a:pt x="0" y="1225"/>
                  </a:moveTo>
                  <a:lnTo>
                    <a:pt x="153" y="622"/>
                  </a:lnTo>
                  <a:lnTo>
                    <a:pt x="635" y="182"/>
                  </a:lnTo>
                  <a:lnTo>
                    <a:pt x="1316" y="0"/>
                  </a:lnTo>
                  <a:lnTo>
                    <a:pt x="1965" y="178"/>
                  </a:lnTo>
                  <a:lnTo>
                    <a:pt x="2457" y="622"/>
                  </a:lnTo>
                  <a:lnTo>
                    <a:pt x="2631" y="1225"/>
                  </a:lnTo>
                  <a:lnTo>
                    <a:pt x="2450" y="1860"/>
                  </a:lnTo>
                  <a:lnTo>
                    <a:pt x="1971" y="2326"/>
                  </a:lnTo>
                  <a:lnTo>
                    <a:pt x="1299" y="2476"/>
                  </a:lnTo>
                  <a:lnTo>
                    <a:pt x="645" y="2308"/>
                  </a:lnTo>
                  <a:lnTo>
                    <a:pt x="182" y="1860"/>
                  </a:lnTo>
                  <a:lnTo>
                    <a:pt x="0" y="1225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2" name="Line 23"/>
            <p:cNvSpPr>
              <a:spLocks noChangeShapeType="1"/>
            </p:cNvSpPr>
            <p:nvPr/>
          </p:nvSpPr>
          <p:spPr bwMode="auto">
            <a:xfrm flipV="1">
              <a:off x="3221" y="1310"/>
              <a:ext cx="0" cy="1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3" name="Line 24"/>
            <p:cNvSpPr>
              <a:spLocks noChangeShapeType="1"/>
            </p:cNvSpPr>
            <p:nvPr/>
          </p:nvSpPr>
          <p:spPr bwMode="auto">
            <a:xfrm flipV="1">
              <a:off x="3221" y="1482"/>
              <a:ext cx="655" cy="104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4" name="Line 25"/>
            <p:cNvSpPr>
              <a:spLocks noChangeShapeType="1"/>
            </p:cNvSpPr>
            <p:nvPr/>
          </p:nvSpPr>
          <p:spPr bwMode="auto">
            <a:xfrm flipV="1">
              <a:off x="3221" y="1933"/>
              <a:ext cx="1134" cy="59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5" name="Line 26"/>
            <p:cNvSpPr>
              <a:spLocks noChangeShapeType="1"/>
            </p:cNvSpPr>
            <p:nvPr/>
          </p:nvSpPr>
          <p:spPr bwMode="auto">
            <a:xfrm flipV="1">
              <a:off x="3221" y="2540"/>
              <a:ext cx="12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6" name="Line 27"/>
            <p:cNvSpPr>
              <a:spLocks noChangeShapeType="1"/>
            </p:cNvSpPr>
            <p:nvPr/>
          </p:nvSpPr>
          <p:spPr bwMode="auto">
            <a:xfrm>
              <a:off x="3207" y="2538"/>
              <a:ext cx="1156" cy="62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7" name="Line 28"/>
            <p:cNvSpPr>
              <a:spLocks noChangeShapeType="1"/>
            </p:cNvSpPr>
            <p:nvPr/>
          </p:nvSpPr>
          <p:spPr bwMode="auto">
            <a:xfrm>
              <a:off x="3221" y="2538"/>
              <a:ext cx="651" cy="107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8" name="Line 29"/>
            <p:cNvSpPr>
              <a:spLocks noChangeShapeType="1"/>
            </p:cNvSpPr>
            <p:nvPr/>
          </p:nvSpPr>
          <p:spPr bwMode="auto">
            <a:xfrm flipH="1">
              <a:off x="3216" y="2529"/>
              <a:ext cx="5" cy="125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9" name="Line 30"/>
            <p:cNvSpPr>
              <a:spLocks noChangeShapeType="1"/>
            </p:cNvSpPr>
            <p:nvPr/>
          </p:nvSpPr>
          <p:spPr bwMode="auto">
            <a:xfrm flipH="1">
              <a:off x="2548" y="2532"/>
              <a:ext cx="674" cy="109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60" name="Line 31"/>
            <p:cNvSpPr>
              <a:spLocks noChangeShapeType="1"/>
            </p:cNvSpPr>
            <p:nvPr/>
          </p:nvSpPr>
          <p:spPr bwMode="auto">
            <a:xfrm flipH="1">
              <a:off x="2070" y="2538"/>
              <a:ext cx="1146" cy="62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61" name="Line 32"/>
            <p:cNvSpPr>
              <a:spLocks noChangeShapeType="1"/>
            </p:cNvSpPr>
            <p:nvPr/>
          </p:nvSpPr>
          <p:spPr bwMode="auto">
            <a:xfrm flipH="1">
              <a:off x="1872" y="2532"/>
              <a:ext cx="1350" cy="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62" name="Line 33"/>
            <p:cNvSpPr>
              <a:spLocks noChangeShapeType="1"/>
            </p:cNvSpPr>
            <p:nvPr/>
          </p:nvSpPr>
          <p:spPr bwMode="auto">
            <a:xfrm flipH="1" flipV="1">
              <a:off x="2058" y="1920"/>
              <a:ext cx="1158" cy="60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63" name="Line 34"/>
            <p:cNvSpPr>
              <a:spLocks noChangeShapeType="1"/>
            </p:cNvSpPr>
            <p:nvPr/>
          </p:nvSpPr>
          <p:spPr bwMode="auto">
            <a:xfrm flipH="1" flipV="1">
              <a:off x="2548" y="1482"/>
              <a:ext cx="674" cy="104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</p:grpSp>
      <p:sp>
        <p:nvSpPr>
          <p:cNvPr id="764" name="Text Box 20"/>
          <p:cNvSpPr txBox="1">
            <a:spLocks noChangeArrowheads="1"/>
          </p:cNvSpPr>
          <p:nvPr/>
        </p:nvSpPr>
        <p:spPr bwMode="auto">
          <a:xfrm rot="20383992">
            <a:off x="5785683" y="1007083"/>
            <a:ext cx="1434834" cy="368300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900" dirty="0">
                <a:solidFill>
                  <a:prstClr val="black"/>
                </a:solidFill>
                <a:latin typeface="Arial Black" panose="020B0A04020102020204" charset="0"/>
                <a:cs typeface="Arial Black" panose="020B0A04020102020204" charset="0"/>
              </a:rPr>
              <a:t>*AVALIAÇÃO DE RESULTADOS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  <p:sp>
        <p:nvSpPr>
          <p:cNvPr id="765" name="Text Box 20"/>
          <p:cNvSpPr txBox="1">
            <a:spLocks noChangeArrowheads="1"/>
          </p:cNvSpPr>
          <p:nvPr/>
        </p:nvSpPr>
        <p:spPr bwMode="auto">
          <a:xfrm rot="20957402">
            <a:off x="6683917" y="1669165"/>
            <a:ext cx="1556584" cy="229870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NÃO JULGAMENTO</a:t>
            </a:r>
          </a:p>
        </p:txBody>
      </p:sp>
      <p:sp>
        <p:nvSpPr>
          <p:cNvPr id="766" name="Rectangle 332"/>
          <p:cNvSpPr>
            <a:spLocks noChangeArrowheads="1"/>
          </p:cNvSpPr>
          <p:nvPr/>
        </p:nvSpPr>
        <p:spPr bwMode="auto">
          <a:xfrm>
            <a:off x="7856824" y="95896"/>
            <a:ext cx="428180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RODA  DO MENTOR</a:t>
            </a: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5189125" y="6545918"/>
            <a:ext cx="6442862" cy="22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*EUROPEAN  MENTORING </a:t>
            </a:r>
            <a:r>
              <a:rPr kumimoji="0" lang="pt-BR" altLang="pt-BR" sz="9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 AND COACHING COUNCIL – WWW.EMCCOUNCIL.ORG*</a:t>
            </a:r>
            <a:endParaRPr kumimoji="0" lang="pt-BR" altLang="pt-BR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  <p:sp>
        <p:nvSpPr>
          <p:cNvPr id="37" name="Text Box 19"/>
          <p:cNvSpPr txBox="1">
            <a:spLocks noChangeArrowheads="1"/>
          </p:cNvSpPr>
          <p:nvPr/>
        </p:nvSpPr>
        <p:spPr bwMode="auto">
          <a:xfrm>
            <a:off x="1585354" y="6545918"/>
            <a:ext cx="3381861" cy="22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9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EXPERIÊNCIA RONALD</a:t>
            </a:r>
            <a:endParaRPr kumimoji="0" lang="pt-BR" altLang="pt-BR" sz="9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  <p:pic>
        <p:nvPicPr>
          <p:cNvPr id="4" name="Picture 3" descr="logo vermelho vertic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0690" y="3516630"/>
            <a:ext cx="1151890" cy="25482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esultado de imagem para wallpaper empreendedorismo"/>
          <p:cNvPicPr>
            <a:picLocks noChangeAspect="1" noChangeArrowheads="1"/>
          </p:cNvPicPr>
          <p:nvPr/>
        </p:nvPicPr>
        <p:blipFill>
          <a:blip r:embed="rId2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" y="0"/>
            <a:ext cx="12228830" cy="684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32"/>
          <p:cNvSpPr>
            <a:spLocks noChangeArrowheads="1"/>
          </p:cNvSpPr>
          <p:nvPr/>
        </p:nvSpPr>
        <p:spPr bwMode="auto">
          <a:xfrm>
            <a:off x="6700489" y="95896"/>
            <a:ext cx="52546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RODA  DO MENTORADO</a:t>
            </a:r>
          </a:p>
        </p:txBody>
      </p:sp>
      <p:pic>
        <p:nvPicPr>
          <p:cNvPr id="4" name="Picture 3" descr="logo vermelho vertic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690" y="3516630"/>
            <a:ext cx="1151890" cy="2548255"/>
          </a:xfrm>
          <a:prstGeom prst="rect">
            <a:avLst/>
          </a:prstGeom>
        </p:spPr>
      </p:pic>
      <p:sp>
        <p:nvSpPr>
          <p:cNvPr id="734" name="Text Box 22"/>
          <p:cNvSpPr txBox="1">
            <a:spLocks noChangeArrowheads="1"/>
          </p:cNvSpPr>
          <p:nvPr/>
        </p:nvSpPr>
        <p:spPr bwMode="auto">
          <a:xfrm>
            <a:off x="7174518" y="2869821"/>
            <a:ext cx="1640250" cy="22987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INDEPENDÊNCIA</a:t>
            </a:r>
          </a:p>
        </p:txBody>
      </p:sp>
      <p:sp>
        <p:nvSpPr>
          <p:cNvPr id="735" name="Text Box 23"/>
          <p:cNvSpPr txBox="1">
            <a:spLocks noChangeArrowheads="1"/>
          </p:cNvSpPr>
          <p:nvPr/>
        </p:nvSpPr>
        <p:spPr bwMode="auto">
          <a:xfrm>
            <a:off x="7181154" y="3758188"/>
            <a:ext cx="1508427" cy="36830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altLang="pt-B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PRONTIDÃO PARA A AÇÃO</a:t>
            </a:r>
          </a:p>
        </p:txBody>
      </p:sp>
      <p:sp>
        <p:nvSpPr>
          <p:cNvPr id="736" name="Text Box 24"/>
          <p:cNvSpPr txBox="1">
            <a:spLocks noChangeArrowheads="1"/>
          </p:cNvSpPr>
          <p:nvPr/>
        </p:nvSpPr>
        <p:spPr bwMode="auto">
          <a:xfrm>
            <a:off x="6741683" y="4900325"/>
            <a:ext cx="1383030" cy="22987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COMPROMETIMENTO</a:t>
            </a:r>
          </a:p>
        </p:txBody>
      </p:sp>
      <p:sp>
        <p:nvSpPr>
          <p:cNvPr id="737" name="Text Box 25"/>
          <p:cNvSpPr txBox="1">
            <a:spLocks noChangeArrowheads="1"/>
          </p:cNvSpPr>
          <p:nvPr/>
        </p:nvSpPr>
        <p:spPr bwMode="auto">
          <a:xfrm rot="781746">
            <a:off x="5734803" y="5689820"/>
            <a:ext cx="2062480" cy="22987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 E HETEROCONHECIMENTO</a:t>
            </a:r>
          </a:p>
        </p:txBody>
      </p:sp>
      <p:sp>
        <p:nvSpPr>
          <p:cNvPr id="738" name="Text Box 26"/>
          <p:cNvSpPr txBox="1">
            <a:spLocks noChangeArrowheads="1"/>
          </p:cNvSpPr>
          <p:nvPr/>
        </p:nvSpPr>
        <p:spPr bwMode="auto">
          <a:xfrm rot="20114323">
            <a:off x="3928595" y="5628982"/>
            <a:ext cx="855980" cy="22987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RESILIENTE</a:t>
            </a:r>
          </a:p>
        </p:txBody>
      </p:sp>
      <p:sp>
        <p:nvSpPr>
          <p:cNvPr id="739" name="Text Box 27"/>
          <p:cNvSpPr txBox="1">
            <a:spLocks noChangeArrowheads="1"/>
          </p:cNvSpPr>
          <p:nvPr/>
        </p:nvSpPr>
        <p:spPr bwMode="auto">
          <a:xfrm>
            <a:off x="1952039" y="4831110"/>
            <a:ext cx="1935944" cy="36830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SABE DAR E RECEBER FEEDBACK</a:t>
            </a:r>
          </a:p>
        </p:txBody>
      </p:sp>
      <p:sp>
        <p:nvSpPr>
          <p:cNvPr id="740" name="Text Box 28"/>
          <p:cNvSpPr txBox="1">
            <a:spLocks noChangeArrowheads="1"/>
          </p:cNvSpPr>
          <p:nvPr/>
        </p:nvSpPr>
        <p:spPr bwMode="auto">
          <a:xfrm>
            <a:off x="1488170" y="3758188"/>
            <a:ext cx="1901217" cy="36830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AUTOMOTIVADO/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INSPIRADO</a:t>
            </a:r>
          </a:p>
        </p:txBody>
      </p:sp>
      <p:sp>
        <p:nvSpPr>
          <p:cNvPr id="741" name="Text Box 30"/>
          <p:cNvSpPr txBox="1">
            <a:spLocks noChangeArrowheads="1"/>
          </p:cNvSpPr>
          <p:nvPr/>
        </p:nvSpPr>
        <p:spPr bwMode="auto">
          <a:xfrm rot="1567358">
            <a:off x="1907280" y="1579328"/>
            <a:ext cx="2203869" cy="229870"/>
          </a:xfrm>
          <a:prstGeom prst="rect">
            <a:avLst/>
          </a:prstGeom>
          <a:noFill/>
          <a:ln w="31750" algn="ctr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METAS CLARAS E MENSURÁVEIS</a:t>
            </a:r>
          </a:p>
        </p:txBody>
      </p:sp>
      <p:sp>
        <p:nvSpPr>
          <p:cNvPr id="743" name="Text Box 20"/>
          <p:cNvSpPr txBox="1">
            <a:spLocks noChangeArrowheads="1"/>
          </p:cNvSpPr>
          <p:nvPr/>
        </p:nvSpPr>
        <p:spPr bwMode="auto">
          <a:xfrm rot="19063993">
            <a:off x="4354617" y="826972"/>
            <a:ext cx="1673802" cy="368300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BUSCA DE OPORTUNIDADES</a:t>
            </a:r>
          </a:p>
        </p:txBody>
      </p:sp>
      <p:sp>
        <p:nvSpPr>
          <p:cNvPr id="744" name="Text Box 29"/>
          <p:cNvSpPr txBox="1">
            <a:spLocks noChangeArrowheads="1"/>
          </p:cNvSpPr>
          <p:nvPr/>
        </p:nvSpPr>
        <p:spPr bwMode="auto">
          <a:xfrm>
            <a:off x="2379448" y="2869821"/>
            <a:ext cx="1027430" cy="229870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pt-BR" altLang="pt-B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PERSISTÊNCIA</a:t>
            </a:r>
          </a:p>
        </p:txBody>
      </p:sp>
      <p:grpSp>
        <p:nvGrpSpPr>
          <p:cNvPr id="747" name="Group 35"/>
          <p:cNvGrpSpPr/>
          <p:nvPr/>
        </p:nvGrpSpPr>
        <p:grpSpPr bwMode="auto">
          <a:xfrm>
            <a:off x="3294588" y="1550762"/>
            <a:ext cx="3968232" cy="3972873"/>
            <a:chOff x="1872" y="1304"/>
            <a:chExt cx="2658" cy="2476"/>
          </a:xfrm>
          <a:scene3d>
            <a:camera prst="orthographicFront"/>
            <a:lightRig rig="freezing" dir="t"/>
          </a:scene3d>
        </p:grpSpPr>
        <p:sp>
          <p:nvSpPr>
            <p:cNvPr id="748" name="Freeform 19"/>
            <p:cNvSpPr/>
            <p:nvPr/>
          </p:nvSpPr>
          <p:spPr bwMode="auto">
            <a:xfrm>
              <a:off x="1899" y="1304"/>
              <a:ext cx="2631" cy="2476"/>
            </a:xfrm>
            <a:custGeom>
              <a:avLst/>
              <a:gdLst>
                <a:gd name="T0" fmla="*/ 0 w 2631"/>
                <a:gd name="T1" fmla="*/ 1225 h 2476"/>
                <a:gd name="T2" fmla="*/ 153 w 2631"/>
                <a:gd name="T3" fmla="*/ 622 h 2476"/>
                <a:gd name="T4" fmla="*/ 635 w 2631"/>
                <a:gd name="T5" fmla="*/ 182 h 2476"/>
                <a:gd name="T6" fmla="*/ 1316 w 2631"/>
                <a:gd name="T7" fmla="*/ 0 h 2476"/>
                <a:gd name="T8" fmla="*/ 1965 w 2631"/>
                <a:gd name="T9" fmla="*/ 178 h 2476"/>
                <a:gd name="T10" fmla="*/ 2457 w 2631"/>
                <a:gd name="T11" fmla="*/ 622 h 2476"/>
                <a:gd name="T12" fmla="*/ 2631 w 2631"/>
                <a:gd name="T13" fmla="*/ 1225 h 2476"/>
                <a:gd name="T14" fmla="*/ 2450 w 2631"/>
                <a:gd name="T15" fmla="*/ 1860 h 2476"/>
                <a:gd name="T16" fmla="*/ 1971 w 2631"/>
                <a:gd name="T17" fmla="*/ 2326 h 2476"/>
                <a:gd name="T18" fmla="*/ 1299 w 2631"/>
                <a:gd name="T19" fmla="*/ 2476 h 2476"/>
                <a:gd name="T20" fmla="*/ 645 w 2631"/>
                <a:gd name="T21" fmla="*/ 2308 h 2476"/>
                <a:gd name="T22" fmla="*/ 182 w 2631"/>
                <a:gd name="T23" fmla="*/ 1860 h 2476"/>
                <a:gd name="T24" fmla="*/ 0 w 2631"/>
                <a:gd name="T25" fmla="*/ 1225 h 24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631"/>
                <a:gd name="T40" fmla="*/ 0 h 2476"/>
                <a:gd name="T41" fmla="*/ 2631 w 2631"/>
                <a:gd name="T42" fmla="*/ 2476 h 247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631" h="2476">
                  <a:moveTo>
                    <a:pt x="0" y="1225"/>
                  </a:moveTo>
                  <a:lnTo>
                    <a:pt x="153" y="622"/>
                  </a:lnTo>
                  <a:lnTo>
                    <a:pt x="635" y="182"/>
                  </a:lnTo>
                  <a:lnTo>
                    <a:pt x="1316" y="0"/>
                  </a:lnTo>
                  <a:lnTo>
                    <a:pt x="1965" y="178"/>
                  </a:lnTo>
                  <a:lnTo>
                    <a:pt x="2457" y="622"/>
                  </a:lnTo>
                  <a:lnTo>
                    <a:pt x="2631" y="1225"/>
                  </a:lnTo>
                  <a:lnTo>
                    <a:pt x="2450" y="1860"/>
                  </a:lnTo>
                  <a:lnTo>
                    <a:pt x="1971" y="2326"/>
                  </a:lnTo>
                  <a:lnTo>
                    <a:pt x="1299" y="2476"/>
                  </a:lnTo>
                  <a:lnTo>
                    <a:pt x="645" y="2308"/>
                  </a:lnTo>
                  <a:lnTo>
                    <a:pt x="182" y="1860"/>
                  </a:lnTo>
                  <a:lnTo>
                    <a:pt x="0" y="1225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49" name="Freeform 20"/>
            <p:cNvSpPr/>
            <p:nvPr/>
          </p:nvSpPr>
          <p:spPr bwMode="auto">
            <a:xfrm>
              <a:off x="2223" y="1616"/>
              <a:ext cx="1989" cy="1859"/>
            </a:xfrm>
            <a:custGeom>
              <a:avLst/>
              <a:gdLst>
                <a:gd name="T0" fmla="*/ 0 w 2631"/>
                <a:gd name="T1" fmla="*/ 920 h 2476"/>
                <a:gd name="T2" fmla="*/ 116 w 2631"/>
                <a:gd name="T3" fmla="*/ 467 h 2476"/>
                <a:gd name="T4" fmla="*/ 480 w 2631"/>
                <a:gd name="T5" fmla="*/ 137 h 2476"/>
                <a:gd name="T6" fmla="*/ 995 w 2631"/>
                <a:gd name="T7" fmla="*/ 0 h 2476"/>
                <a:gd name="T8" fmla="*/ 1486 w 2631"/>
                <a:gd name="T9" fmla="*/ 134 h 2476"/>
                <a:gd name="T10" fmla="*/ 1857 w 2631"/>
                <a:gd name="T11" fmla="*/ 467 h 2476"/>
                <a:gd name="T12" fmla="*/ 1989 w 2631"/>
                <a:gd name="T13" fmla="*/ 920 h 2476"/>
                <a:gd name="T14" fmla="*/ 1852 w 2631"/>
                <a:gd name="T15" fmla="*/ 1397 h 2476"/>
                <a:gd name="T16" fmla="*/ 1490 w 2631"/>
                <a:gd name="T17" fmla="*/ 1746 h 2476"/>
                <a:gd name="T18" fmla="*/ 982 w 2631"/>
                <a:gd name="T19" fmla="*/ 1859 h 2476"/>
                <a:gd name="T20" fmla="*/ 488 w 2631"/>
                <a:gd name="T21" fmla="*/ 1733 h 2476"/>
                <a:gd name="T22" fmla="*/ 138 w 2631"/>
                <a:gd name="T23" fmla="*/ 1397 h 2476"/>
                <a:gd name="T24" fmla="*/ 0 w 2631"/>
                <a:gd name="T25" fmla="*/ 920 h 24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631"/>
                <a:gd name="T40" fmla="*/ 0 h 2476"/>
                <a:gd name="T41" fmla="*/ 2631 w 2631"/>
                <a:gd name="T42" fmla="*/ 2476 h 247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631" h="2476">
                  <a:moveTo>
                    <a:pt x="0" y="1225"/>
                  </a:moveTo>
                  <a:lnTo>
                    <a:pt x="153" y="622"/>
                  </a:lnTo>
                  <a:lnTo>
                    <a:pt x="635" y="182"/>
                  </a:lnTo>
                  <a:lnTo>
                    <a:pt x="1316" y="0"/>
                  </a:lnTo>
                  <a:lnTo>
                    <a:pt x="1965" y="178"/>
                  </a:lnTo>
                  <a:lnTo>
                    <a:pt x="2457" y="622"/>
                  </a:lnTo>
                  <a:lnTo>
                    <a:pt x="2631" y="1225"/>
                  </a:lnTo>
                  <a:lnTo>
                    <a:pt x="2450" y="1860"/>
                  </a:lnTo>
                  <a:lnTo>
                    <a:pt x="1971" y="2326"/>
                  </a:lnTo>
                  <a:lnTo>
                    <a:pt x="1299" y="2476"/>
                  </a:lnTo>
                  <a:lnTo>
                    <a:pt x="645" y="2308"/>
                  </a:lnTo>
                  <a:lnTo>
                    <a:pt x="182" y="1860"/>
                  </a:lnTo>
                  <a:lnTo>
                    <a:pt x="0" y="1225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0" name="Freeform 21"/>
            <p:cNvSpPr/>
            <p:nvPr/>
          </p:nvSpPr>
          <p:spPr bwMode="auto">
            <a:xfrm>
              <a:off x="2558" y="1933"/>
              <a:ext cx="1316" cy="1225"/>
            </a:xfrm>
            <a:custGeom>
              <a:avLst/>
              <a:gdLst>
                <a:gd name="T0" fmla="*/ 0 w 2631"/>
                <a:gd name="T1" fmla="*/ 606 h 2476"/>
                <a:gd name="T2" fmla="*/ 77 w 2631"/>
                <a:gd name="T3" fmla="*/ 308 h 2476"/>
                <a:gd name="T4" fmla="*/ 318 w 2631"/>
                <a:gd name="T5" fmla="*/ 90 h 2476"/>
                <a:gd name="T6" fmla="*/ 658 w 2631"/>
                <a:gd name="T7" fmla="*/ 0 h 2476"/>
                <a:gd name="T8" fmla="*/ 983 w 2631"/>
                <a:gd name="T9" fmla="*/ 88 h 2476"/>
                <a:gd name="T10" fmla="*/ 1229 w 2631"/>
                <a:gd name="T11" fmla="*/ 308 h 2476"/>
                <a:gd name="T12" fmla="*/ 1316 w 2631"/>
                <a:gd name="T13" fmla="*/ 606 h 2476"/>
                <a:gd name="T14" fmla="*/ 1225 w 2631"/>
                <a:gd name="T15" fmla="*/ 920 h 2476"/>
                <a:gd name="T16" fmla="*/ 986 w 2631"/>
                <a:gd name="T17" fmla="*/ 1151 h 2476"/>
                <a:gd name="T18" fmla="*/ 650 w 2631"/>
                <a:gd name="T19" fmla="*/ 1225 h 2476"/>
                <a:gd name="T20" fmla="*/ 323 w 2631"/>
                <a:gd name="T21" fmla="*/ 1142 h 2476"/>
                <a:gd name="T22" fmla="*/ 91 w 2631"/>
                <a:gd name="T23" fmla="*/ 920 h 2476"/>
                <a:gd name="T24" fmla="*/ 0 w 2631"/>
                <a:gd name="T25" fmla="*/ 606 h 24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631"/>
                <a:gd name="T40" fmla="*/ 0 h 2476"/>
                <a:gd name="T41" fmla="*/ 2631 w 2631"/>
                <a:gd name="T42" fmla="*/ 2476 h 247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631" h="2476">
                  <a:moveTo>
                    <a:pt x="0" y="1225"/>
                  </a:moveTo>
                  <a:lnTo>
                    <a:pt x="153" y="622"/>
                  </a:lnTo>
                  <a:lnTo>
                    <a:pt x="635" y="182"/>
                  </a:lnTo>
                  <a:lnTo>
                    <a:pt x="1316" y="0"/>
                  </a:lnTo>
                  <a:lnTo>
                    <a:pt x="1965" y="178"/>
                  </a:lnTo>
                  <a:lnTo>
                    <a:pt x="2457" y="622"/>
                  </a:lnTo>
                  <a:lnTo>
                    <a:pt x="2631" y="1225"/>
                  </a:lnTo>
                  <a:lnTo>
                    <a:pt x="2450" y="1860"/>
                  </a:lnTo>
                  <a:lnTo>
                    <a:pt x="1971" y="2326"/>
                  </a:lnTo>
                  <a:lnTo>
                    <a:pt x="1299" y="2476"/>
                  </a:lnTo>
                  <a:lnTo>
                    <a:pt x="645" y="2308"/>
                  </a:lnTo>
                  <a:lnTo>
                    <a:pt x="182" y="1860"/>
                  </a:lnTo>
                  <a:lnTo>
                    <a:pt x="0" y="1225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1" name="Freeform 22"/>
            <p:cNvSpPr/>
            <p:nvPr/>
          </p:nvSpPr>
          <p:spPr bwMode="auto">
            <a:xfrm>
              <a:off x="2876" y="2239"/>
              <a:ext cx="681" cy="611"/>
            </a:xfrm>
            <a:custGeom>
              <a:avLst/>
              <a:gdLst>
                <a:gd name="T0" fmla="*/ 0 w 2631"/>
                <a:gd name="T1" fmla="*/ 302 h 2476"/>
                <a:gd name="T2" fmla="*/ 40 w 2631"/>
                <a:gd name="T3" fmla="*/ 153 h 2476"/>
                <a:gd name="T4" fmla="*/ 164 w 2631"/>
                <a:gd name="T5" fmla="*/ 45 h 2476"/>
                <a:gd name="T6" fmla="*/ 341 w 2631"/>
                <a:gd name="T7" fmla="*/ 0 h 2476"/>
                <a:gd name="T8" fmla="*/ 509 w 2631"/>
                <a:gd name="T9" fmla="*/ 44 h 2476"/>
                <a:gd name="T10" fmla="*/ 636 w 2631"/>
                <a:gd name="T11" fmla="*/ 153 h 2476"/>
                <a:gd name="T12" fmla="*/ 681 w 2631"/>
                <a:gd name="T13" fmla="*/ 302 h 2476"/>
                <a:gd name="T14" fmla="*/ 634 w 2631"/>
                <a:gd name="T15" fmla="*/ 459 h 2476"/>
                <a:gd name="T16" fmla="*/ 510 w 2631"/>
                <a:gd name="T17" fmla="*/ 574 h 2476"/>
                <a:gd name="T18" fmla="*/ 336 w 2631"/>
                <a:gd name="T19" fmla="*/ 611 h 2476"/>
                <a:gd name="T20" fmla="*/ 167 w 2631"/>
                <a:gd name="T21" fmla="*/ 570 h 2476"/>
                <a:gd name="T22" fmla="*/ 47 w 2631"/>
                <a:gd name="T23" fmla="*/ 459 h 2476"/>
                <a:gd name="T24" fmla="*/ 0 w 2631"/>
                <a:gd name="T25" fmla="*/ 302 h 24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631"/>
                <a:gd name="T40" fmla="*/ 0 h 2476"/>
                <a:gd name="T41" fmla="*/ 2631 w 2631"/>
                <a:gd name="T42" fmla="*/ 2476 h 247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631" h="2476">
                  <a:moveTo>
                    <a:pt x="0" y="1225"/>
                  </a:moveTo>
                  <a:lnTo>
                    <a:pt x="153" y="622"/>
                  </a:lnTo>
                  <a:lnTo>
                    <a:pt x="635" y="182"/>
                  </a:lnTo>
                  <a:lnTo>
                    <a:pt x="1316" y="0"/>
                  </a:lnTo>
                  <a:lnTo>
                    <a:pt x="1965" y="178"/>
                  </a:lnTo>
                  <a:lnTo>
                    <a:pt x="2457" y="622"/>
                  </a:lnTo>
                  <a:lnTo>
                    <a:pt x="2631" y="1225"/>
                  </a:lnTo>
                  <a:lnTo>
                    <a:pt x="2450" y="1860"/>
                  </a:lnTo>
                  <a:lnTo>
                    <a:pt x="1971" y="2326"/>
                  </a:lnTo>
                  <a:lnTo>
                    <a:pt x="1299" y="2476"/>
                  </a:lnTo>
                  <a:lnTo>
                    <a:pt x="645" y="2308"/>
                  </a:lnTo>
                  <a:lnTo>
                    <a:pt x="182" y="1860"/>
                  </a:lnTo>
                  <a:lnTo>
                    <a:pt x="0" y="1225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2" name="Line 23"/>
            <p:cNvSpPr>
              <a:spLocks noChangeShapeType="1"/>
            </p:cNvSpPr>
            <p:nvPr/>
          </p:nvSpPr>
          <p:spPr bwMode="auto">
            <a:xfrm flipV="1">
              <a:off x="3221" y="1310"/>
              <a:ext cx="0" cy="1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3" name="Line 24"/>
            <p:cNvSpPr>
              <a:spLocks noChangeShapeType="1"/>
            </p:cNvSpPr>
            <p:nvPr/>
          </p:nvSpPr>
          <p:spPr bwMode="auto">
            <a:xfrm flipV="1">
              <a:off x="3221" y="1482"/>
              <a:ext cx="655" cy="104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4" name="Line 25"/>
            <p:cNvSpPr>
              <a:spLocks noChangeShapeType="1"/>
            </p:cNvSpPr>
            <p:nvPr/>
          </p:nvSpPr>
          <p:spPr bwMode="auto">
            <a:xfrm flipV="1">
              <a:off x="3221" y="1933"/>
              <a:ext cx="1134" cy="59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5" name="Line 26"/>
            <p:cNvSpPr>
              <a:spLocks noChangeShapeType="1"/>
            </p:cNvSpPr>
            <p:nvPr/>
          </p:nvSpPr>
          <p:spPr bwMode="auto">
            <a:xfrm flipV="1">
              <a:off x="3221" y="2540"/>
              <a:ext cx="12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6" name="Line 27"/>
            <p:cNvSpPr>
              <a:spLocks noChangeShapeType="1"/>
            </p:cNvSpPr>
            <p:nvPr/>
          </p:nvSpPr>
          <p:spPr bwMode="auto">
            <a:xfrm>
              <a:off x="3207" y="2538"/>
              <a:ext cx="1156" cy="62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7" name="Line 28"/>
            <p:cNvSpPr>
              <a:spLocks noChangeShapeType="1"/>
            </p:cNvSpPr>
            <p:nvPr/>
          </p:nvSpPr>
          <p:spPr bwMode="auto">
            <a:xfrm>
              <a:off x="3221" y="2538"/>
              <a:ext cx="651" cy="107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8" name="Line 29"/>
            <p:cNvSpPr>
              <a:spLocks noChangeShapeType="1"/>
            </p:cNvSpPr>
            <p:nvPr/>
          </p:nvSpPr>
          <p:spPr bwMode="auto">
            <a:xfrm flipH="1">
              <a:off x="3216" y="2529"/>
              <a:ext cx="5" cy="125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59" name="Line 30"/>
            <p:cNvSpPr>
              <a:spLocks noChangeShapeType="1"/>
            </p:cNvSpPr>
            <p:nvPr/>
          </p:nvSpPr>
          <p:spPr bwMode="auto">
            <a:xfrm flipH="1">
              <a:off x="2548" y="2532"/>
              <a:ext cx="674" cy="109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60" name="Line 31"/>
            <p:cNvSpPr>
              <a:spLocks noChangeShapeType="1"/>
            </p:cNvSpPr>
            <p:nvPr/>
          </p:nvSpPr>
          <p:spPr bwMode="auto">
            <a:xfrm flipH="1">
              <a:off x="2070" y="2538"/>
              <a:ext cx="1146" cy="62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61" name="Line 32"/>
            <p:cNvSpPr>
              <a:spLocks noChangeShapeType="1"/>
            </p:cNvSpPr>
            <p:nvPr/>
          </p:nvSpPr>
          <p:spPr bwMode="auto">
            <a:xfrm flipH="1">
              <a:off x="1872" y="2532"/>
              <a:ext cx="1350" cy="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62" name="Line 33"/>
            <p:cNvSpPr>
              <a:spLocks noChangeShapeType="1"/>
            </p:cNvSpPr>
            <p:nvPr/>
          </p:nvSpPr>
          <p:spPr bwMode="auto">
            <a:xfrm flipH="1" flipV="1">
              <a:off x="2058" y="1920"/>
              <a:ext cx="1158" cy="60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  <p:sp>
          <p:nvSpPr>
            <p:cNvPr id="763" name="Line 34"/>
            <p:cNvSpPr>
              <a:spLocks noChangeShapeType="1"/>
            </p:cNvSpPr>
            <p:nvPr/>
          </p:nvSpPr>
          <p:spPr bwMode="auto">
            <a:xfrm flipH="1" flipV="1">
              <a:off x="2548" y="1482"/>
              <a:ext cx="674" cy="104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sp3d>
              <a:bevelT prst="slope"/>
            </a:sp3d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endParaRPr>
            </a:p>
          </p:txBody>
        </p:sp>
      </p:grpSp>
      <p:sp>
        <p:nvSpPr>
          <p:cNvPr id="764" name="Text Box 20"/>
          <p:cNvSpPr txBox="1">
            <a:spLocks noChangeArrowheads="1"/>
          </p:cNvSpPr>
          <p:nvPr/>
        </p:nvSpPr>
        <p:spPr bwMode="auto">
          <a:xfrm rot="19963992">
            <a:off x="5726428" y="889218"/>
            <a:ext cx="1673802" cy="368300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CORRE RISCOS CALCULADOS</a:t>
            </a:r>
          </a:p>
        </p:txBody>
      </p:sp>
      <p:sp>
        <p:nvSpPr>
          <p:cNvPr id="765" name="Text Box 20"/>
          <p:cNvSpPr txBox="1">
            <a:spLocks noChangeArrowheads="1"/>
          </p:cNvSpPr>
          <p:nvPr/>
        </p:nvSpPr>
        <p:spPr bwMode="auto">
          <a:xfrm rot="20357402">
            <a:off x="6562920" y="1407509"/>
            <a:ext cx="2406644" cy="368300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ESTABELECE NETWORKING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9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FACILIDADE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103</Words>
  <Application>Microsoft Office PowerPoint</Application>
  <PresentationFormat>Widescreen</PresentationFormat>
  <Paragraphs>32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Adriano Abreu</dc:creator>
  <cp:lastModifiedBy>Ronald Dennis</cp:lastModifiedBy>
  <cp:revision>184</cp:revision>
  <dcterms:created xsi:type="dcterms:W3CDTF">2020-08-10T09:28:00Z</dcterms:created>
  <dcterms:modified xsi:type="dcterms:W3CDTF">2021-08-12T23:32:36Z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1033-11.2.0.10200</vt:lpwstr>
  </property>
</Properties>
</file>